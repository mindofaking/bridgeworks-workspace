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1584968c94d03" /><Relationship Type="http://schemas.openxmlformats.org/officeDocument/2006/relationships/extended-properties" Target="/docProps/app.xml" Id="R5c6ca3e526d347a3" /><Relationship Type="http://schemas.openxmlformats.org/officeDocument/2006/relationships/officeDocument" Target="/ppt/presentation.xml" Id="Rb325d95752f9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f2595565a4c6d"/>
  </p:sldMasterIdLst>
  <p:notesMasterIdLst>
    <p:notesMasterId xmlns:r="http://schemas.openxmlformats.org/officeDocument/2006/relationships" r:id="R9b4ee7f0ef1244d4"/>
  </p:notesMasterIdLst>
  <p:sldIdLst>
    <p:sldId xmlns:r="http://schemas.openxmlformats.org/officeDocument/2006/relationships" id="256" r:id="R40607dabb1184803"/>
    <p:sldId xmlns:r="http://schemas.openxmlformats.org/officeDocument/2006/relationships" id="257" r:id="Rbeb2c17d6c524b9b"/>
    <p:sldId xmlns:r="http://schemas.openxmlformats.org/officeDocument/2006/relationships" id="258" r:id="R061ee31d3da3475b"/>
    <p:sldId xmlns:r="http://schemas.openxmlformats.org/officeDocument/2006/relationships" id="259" r:id="Rbe78ef5fadc94a37"/>
    <p:sldId xmlns:r="http://schemas.openxmlformats.org/officeDocument/2006/relationships" id="260" r:id="R39a2d5776ddd4e11"/>
    <p:sldId xmlns:r="http://schemas.openxmlformats.org/officeDocument/2006/relationships" id="261" r:id="R222f6f2efe2e41be"/>
    <p:sldId xmlns:r="http://schemas.openxmlformats.org/officeDocument/2006/relationships" id="262" r:id="R9bfda205c0d04087"/>
    <p:sldId xmlns:r="http://schemas.openxmlformats.org/officeDocument/2006/relationships" id="263" r:id="Ra9a0a56c460a41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dec6d887945ee" /><Relationship Type="http://schemas.openxmlformats.org/officeDocument/2006/relationships/slideMaster" Target="/ppt/slideMasters/slideMaster1.xml" Id="R81ef2595565a4c6d" /><Relationship Type="http://schemas.openxmlformats.org/officeDocument/2006/relationships/notesMaster" Target="/ppt/notesMasters/notesMaster1.xml" Id="R9b4ee7f0ef1244d4" /><Relationship Type="http://schemas.openxmlformats.org/officeDocument/2006/relationships/presProps" Target="/ppt/presProps.xml" Id="R3740692806074676" /><Relationship Type="http://schemas.openxmlformats.org/officeDocument/2006/relationships/tableStyles" Target="/ppt/tableStyles.xml" Id="R7328510908b4405f" /><Relationship Type="http://schemas.openxmlformats.org/officeDocument/2006/relationships/slide" Target="/ppt/slides/slide1.xml" Id="R40607dabb1184803" /><Relationship Type="http://schemas.openxmlformats.org/officeDocument/2006/relationships/slide" Target="/ppt/slides/slide2.xml" Id="Rbeb2c17d6c524b9b" /><Relationship Type="http://schemas.openxmlformats.org/officeDocument/2006/relationships/slide" Target="/ppt/slides/slide3.xml" Id="R061ee31d3da3475b" /><Relationship Type="http://schemas.openxmlformats.org/officeDocument/2006/relationships/slide" Target="/ppt/slides/slide4.xml" Id="Rbe78ef5fadc94a37" /><Relationship Type="http://schemas.openxmlformats.org/officeDocument/2006/relationships/slide" Target="/ppt/slides/slide5.xml" Id="R39a2d5776ddd4e11" /><Relationship Type="http://schemas.openxmlformats.org/officeDocument/2006/relationships/slide" Target="/ppt/slides/slide6.xml" Id="R222f6f2efe2e41be" /><Relationship Type="http://schemas.openxmlformats.org/officeDocument/2006/relationships/slide" Target="/ppt/slides/slide7.xml" Id="R9bfda205c0d04087" /><Relationship Type="http://schemas.openxmlformats.org/officeDocument/2006/relationships/slide" Target="/ppt/slides/slide8.xml" Id="Ra9a0a56c460a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0c7794f19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0107a1e304b27" /><Relationship Type="http://schemas.openxmlformats.org/officeDocument/2006/relationships/notesMaster" Target="/ppt/notesMasters/notesMaster1.xml" Id="Rd5a7e095582a44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71a5dd21184c79" /><Relationship Type="http://schemas.openxmlformats.org/officeDocument/2006/relationships/notesMaster" Target="/ppt/notesMasters/notesMaster1.xml" Id="Redc35353a5d441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e08132d5994026" /><Relationship Type="http://schemas.openxmlformats.org/officeDocument/2006/relationships/notesMaster" Target="/ppt/notesMasters/notesMaster1.xml" Id="R6d3de365b9e546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e7604b1ac4aa4" /><Relationship Type="http://schemas.openxmlformats.org/officeDocument/2006/relationships/notesMaster" Target="/ppt/notesMasters/notesMaster1.xml" Id="R983dbd8f1cde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6ec1c53324e25" /><Relationship Type="http://schemas.openxmlformats.org/officeDocument/2006/relationships/notesMaster" Target="/ppt/notesMasters/notesMaster1.xml" Id="Ra74f49769e974a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bf2317fb844631" /><Relationship Type="http://schemas.openxmlformats.org/officeDocument/2006/relationships/notesMaster" Target="/ppt/notesMasters/notesMaster1.xml" Id="R523717bc6e2344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160e0dd2424f34" /><Relationship Type="http://schemas.openxmlformats.org/officeDocument/2006/relationships/notesMaster" Target="/ppt/notesMasters/notesMaster1.xml" Id="Rbe8d234d577c42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23b7531914565" /><Relationship Type="http://schemas.openxmlformats.org/officeDocument/2006/relationships/notesMaster" Target="/ppt/notesMasters/notesMaster1.xml" Id="R96a56f1073694f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this is a practical walkthrough, not a technical presentation. The goal is to show what was built, how the parts connect, and agree the final owner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OLIVIKS-HANDOVER-2026-07-14.md</a:t>
            </a:r>
          </a:p>
          <a:p xmlns:a="http://schemas.openxmlformats.org/drawingml/2006/main">
            <a:r>
              <a:t>- Oliviks Foundation contract and verified delivery records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system as one customer journey. BridgeWorks did not replace the existing checkout. It made the path into that checkout clearer and added the retention layer around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OLIVIKS-HANDOVER-2026-07-14.md §1</a:t>
            </a:r>
          </a:p>
          <a:p xmlns:a="http://schemas.openxmlformats.org/drawingml/2006/main">
            <a:r>
              <a:t>- OLIVIKS-ORDERING-JOURNEY-COMPARISON-2026-07-14.md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to show the shift from a shop-first surface to a clearer marketing and ordering journey. The new preview keeps the existing shop behind focused calls to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evidence/before/legacy-home-desktop-2026-07-14.png</a:t>
            </a:r>
          </a:p>
          <a:p xmlns:a="http://schemas.openxmlformats.org/drawingml/2006/main">
            <a:r>
              <a:t>- evidence/after/preview-home-desktop-2026-07-14.png</a:t>
            </a:r>
          </a:p>
          <a:p xmlns:a="http://schemas.openxmlformats.org/drawingml/2006/main">
            <a:r>
              <a:t>- OLIVIKS-ORDERING-JOURNEY-COMPARISON-2026-07-14.md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direction of change, not a guarantee. These are controlled comparative traces, not official PageSpeed scores. The production-domain check comes after cutover.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OLIVIKS-FUNCTIONAL-PERFORMANCE-AUDIT-2026-07-14.md §Before-and-After Performance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from the visible website into the wider system. Emphasize that the valuable delivery is the connected infrastructure, not only the visual redesign.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OLIVIKS-DELIVERY-VERIFICATION-2026-07-14.md</a:t>
            </a:r>
          </a:p>
          <a:p xmlns:a="http://schemas.openxmlformats.org/drawingml/2006/main">
            <a:r>
              <a:t>- OLIVIKS-FUNCTIONAL-PERFORMANCE-AUDIT-2026-07-14.md</a:t>
            </a:r>
          </a:p>
          <a:p xmlns:a="http://schemas.openxmlformats.org/drawingml/2006/main">
            <a:r>
              <a:t>- OLIVIKS-HANDOVER-2026-07-14.md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live operating guide. Menu edits need the database reactivated first. WhatsApp broadcast-list creation happens on the owners'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OLIVIKS-HANDOVER-2026-07-14.md §3</a:t>
            </a:r>
          </a:p>
          <a:p xmlns:a="http://schemas.openxmlformats.org/drawingml/2006/main">
            <a:r>
              <a:t>- execution/email-whatsapp/HANDOVER.md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 about current state. The site remains demonstrable through its static menu fallback, but live owner editing requires reactivating Supabase. Ask for content approval before any domain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Gmail message 19fb8898252987bc, 2026-07-31</a:t>
            </a:r>
          </a:p>
          <a:p xmlns:a="http://schemas.openxmlformats.org/drawingml/2006/main">
            <a:r>
              <a:t>- OLIVIKS-COMPLETION-CHECKLIST-2026-07-14.md</a:t>
            </a:r>
          </a:p>
          <a:p xmlns:a="http://schemas.openxmlformats.org/drawingml/2006/main">
            <a:r>
              <a:t>- evidence/after/preview-admin-desktop-2026-07-14.png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the three decisions: content approval, preferred setup/cutover sequence, and confirmation that the delivered system meets expectations. Then ask for candid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OLIVIKS-SCOPE-AND-DECISIONS-2026-07-14.md</a:t>
            </a:r>
          </a:p>
          <a:p xmlns:a="http://schemas.openxmlformats.org/drawingml/2006/main">
            <a:r>
              <a:t>- OLIVIKS-HANDOVER-2026-07-14.md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2053c08d94b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a7cdc06ea4b10" /><Relationship Type="http://schemas.openxmlformats.org/officeDocument/2006/relationships/slideLayout" Target="/ppt/slideLayouts/slideLayout1.xml" Id="R41c8d00c4beb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8d00c4beb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15dbbb8694c74" /><Relationship Type="http://schemas.openxmlformats.org/officeDocument/2006/relationships/image" Target="/ppt/media/image.png" Id="R9c2eaa787a1644be" /><Relationship Type="http://schemas.openxmlformats.org/officeDocument/2006/relationships/notesSlide" Target="/ppt/notesSlides/notesSlide1.xml" Id="R0be20d8626b2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cfaf59fd545ec" /><Relationship Type="http://schemas.openxmlformats.org/officeDocument/2006/relationships/notesSlide" Target="/ppt/notesSlides/notesSlide2.xml" Id="R0b5d5f8a3423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5d0996b044f36" /><Relationship Type="http://schemas.openxmlformats.org/officeDocument/2006/relationships/image" Target="/ppt/media/image2.png" Id="R236559158a174c54" /><Relationship Type="http://schemas.openxmlformats.org/officeDocument/2006/relationships/image" Target="/ppt/media/image3.png" Id="Rbd9c1a6c24dc4b53" /><Relationship Type="http://schemas.openxmlformats.org/officeDocument/2006/relationships/notesSlide" Target="/ppt/notesSlides/notesSlide3.xml" Id="Redec4df41c2542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05c08252d43ab" /><Relationship Type="http://schemas.openxmlformats.org/officeDocument/2006/relationships/notesSlide" Target="/ppt/notesSlides/notesSlide4.xml" Id="Rf7755847bed9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75d8c642347b9" /><Relationship Type="http://schemas.openxmlformats.org/officeDocument/2006/relationships/image" Target="/ppt/media/image4.png" Id="Rfd3eec52a74d4b39" /><Relationship Type="http://schemas.openxmlformats.org/officeDocument/2006/relationships/notesSlide" Target="/ppt/notesSlides/notesSlide5.xml" Id="R27089b1bc93d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43e2aa7be432d" /><Relationship Type="http://schemas.openxmlformats.org/officeDocument/2006/relationships/notesSlide" Target="/ppt/notesSlides/notesSlide6.xml" Id="R4614458192f943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9cb1e1d4642a7" /><Relationship Type="http://schemas.openxmlformats.org/officeDocument/2006/relationships/image" Target="/ppt/media/image5.png" Id="R5756b00998d74cf3" /><Relationship Type="http://schemas.openxmlformats.org/officeDocument/2006/relationships/image" Target="/ppt/media/image6.png" Id="R38e69c6f62fa4770" /><Relationship Type="http://schemas.openxmlformats.org/officeDocument/2006/relationships/notesSlide" Target="/ppt/notesSlides/notesSlide7.xml" Id="R1b803116c1de4e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5eb5c7933417e" /><Relationship Type="http://schemas.openxmlformats.org/officeDocument/2006/relationships/notesSlide" Target="/ppt/notesSlides/notesSlide8.xml" Id="R1fd815632eee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eaa787a1644be"/>
          <a:stretch xmlns:a="http://schemas.openxmlformats.org/drawingml/2006/main"/>
        </p:blipFill>
        <p:spPr>
          <a:xfrm xmlns:a="http://schemas.openxmlformats.org/drawingml/2006/main">
            <a:off x="759308" y="342900"/>
            <a:ext cx="2186609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510E0-661B-4975-B5C4-1DED5E6B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delivery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44E3-8C1B-49F9-88FF-832C761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Website · ordering · visibility · retention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E9CBE-E501-4EEA-8838-3099AEA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Prepared by BridgeWorks · August 2026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6048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9B2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416564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994B9-8D81-4965-B26C-50A8306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OLIVIKS KITCHEN · FOUNDATION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B0D1C-D485-4924-B4A9-DBC8CA0C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system connects discovery and repeat orders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6238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BDB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49A30-2974-441E-9C85-EF1FF5B6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781050" y="24765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DA92E-90D9-41ED-BED9-E5B3FD26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D99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7FD13-D434-482E-858C-F34280C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01 · 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A49F9-F485-439A-B01D-5DDD7A04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 and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B2277-E5CA-46B7-83CD-EA7064D8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A faster website explains the food, story, location, reviews, and award.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AB059-5D28-4A00-9900-A22F1067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D99B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0B6E4-4A89-4011-8B49-3C8E6CA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02 ·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59375-F895-4F0A-ADA9-BB91B201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718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a clear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390C4-2472-417B-BEBA-E54832E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290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Customers browse the menu, then continue to the existing shop, WhatsApp, Wolt, or Marwa.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C762F-4037-46E9-AFD8-3AF318E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D99B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A3EE6-FEFB-43F8-9863-0211E55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03 ·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80AE0-31E8-452C-856F-19FBE013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Stay connected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0EC94-74A7-4AEE-9E32-36DA041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2952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Email and WhatsApp tools turn one visit into a relationship and a reason to come back.</a:t>
            </a:r>
          </a:p>
        </p:txBody>
      </p:sp>
    </p:spTree>
    <p:extLst>
      <p:ext uri="{BB962C8B-B14F-4D97-AF65-F5344CB8AC3E}">
        <p14:creationId xmlns:p14="http://schemas.microsoft.com/office/powerpoint/2010/main" val="1811227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B5034-D3C2-4F59-93C5-6FBA250C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OLIVIKS KITCHEN · FOUNDATION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12348-4100-49D1-9C81-96787B8D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new website makes the next step obvious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6238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BDB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344D3-DB01-4B8A-8802-602AC94A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1C46B-D473-4322-9B71-5BF57E7A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E4A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E4A3B"/>
                </a:solidFill>
                <a:latin typeface="Arial"/>
                <a:ea typeface="Arial"/>
                <a:cs typeface="Arial"/>
              </a:rPr>
              <a:t>BEFORE · LEGACY 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10F98-8EEC-4F74-B656-EC2C9FE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AFTER · NEW PREVIEW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5D7E9-92F4-4273-988F-40B377F1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524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solidFill>
              <a:srgbClr val="E6E6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003F4-DF55-4689-AD3F-F3AD398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85950"/>
            <a:ext cx="5524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2"/>
          </a:solidFill>
          <a:ln xmlns:a="http://schemas.openxmlformats.org/drawingml/2006/main" w="0">
            <a:solidFill>
              <a:srgbClr val="F8EB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559158a174c54"/>
          <a:srcRect xmlns:a="http://schemas.openxmlformats.org/drawingml/2006/main" l="0" t="15899" r="0" b="15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5295900" cy="30099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c1a6c24dc4b53"/>
          <a:srcRect xmlns:a="http://schemas.openxmlformats.org/drawingml/2006/main" l="0" t="15899" r="0" b="15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2225" y="2000250"/>
            <a:ext cx="5295900" cy="3009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C0F35-7A11-4F96-BD5A-503C83A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Many overlapping routes and a heavier storefront.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BDCA6-664D-40C8-92ED-D1ABB59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3400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Clear story, proof, menu, and intent-specific order routes.</a:t>
            </a:r>
          </a:p>
        </p:txBody>
      </p:sp>
    </p:spTree>
    <p:extLst>
      <p:ext uri="{BB962C8B-B14F-4D97-AF65-F5344CB8AC3E}">
        <p14:creationId xmlns:p14="http://schemas.microsoft.com/office/powerpoint/2010/main" val="4792191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346E-AC8A-43D8-9655-BEB117A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OLIVIKS KITCHEN · FOUNDATION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BA05-7FCE-414C-962C-5366E4F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faster mobile experience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6238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BDB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3C0BC-60F2-45DE-927D-FC41834E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100C4-5BE5-4290-A40E-38B01D37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2.84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2DAD1-78F2-4272-82C7-B597696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new preview mobile LCP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982B5-853C-4887-82AA-D36899D4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390 KB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85F6E-77D3-451E-831E-58319A4E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mobile transfer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37B1B-4A96-4850-B254-845CFD3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98411-AE13-4CCA-BCF4-F90C956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mobile resources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09600" y="3781425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9B2B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28681-15CD-43FB-BCB1-A28CE79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Compared with the legacy mobile trace: 23.28 s LCP, 5,556 KB transferred, and 102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E977A-1A06-4E2F-8273-B5EF0120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Controlled one-run comparison on the public legacy site and Vercel preview. Repeat after domain cutover.</a:t>
            </a:r>
          </a:p>
        </p:txBody>
      </p:sp>
    </p:spTree>
    <p:extLst>
      <p:ext uri="{BB962C8B-B14F-4D97-AF65-F5344CB8AC3E}">
        <p14:creationId xmlns:p14="http://schemas.microsoft.com/office/powerpoint/2010/main" val="7243093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6AA03-544F-41A2-9FCF-32829858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OLIVIKS KITCHEN · FOUNDATION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5D5AC-587B-49C5-9354-6C9EA72A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BridgeWorks built and verified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6238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BDB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F4174-CB8E-4834-BD79-842B542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E2FF2-D9BA-4EBA-A31A-00478838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334125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responsive Next.js website with Home, Menu, About, Contact, Catering, Privacy, and Admin routes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 33-item menu mapped to the existing WooCommerce shop, plus WhatsApp and delivery-platform routes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Restaurant schema, AI-readable business information, and local robots/sitemap routes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Google profile improvements, review handling, and Restaurant Guru award proof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MailerLite welcome automation, weekly-special templates, WhatsApp copy, and a printable counter QR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89394-63D7-4843-A013-B2998E8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04950"/>
            <a:ext cx="4600575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2"/>
          </a:solidFill>
          <a:ln xmlns:a="http://schemas.openxmlformats.org/drawingml/2006/main" w="0">
            <a:solidFill>
              <a:srgbClr val="F8EBD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eec52a74d4b39"/>
          <a:stretch xmlns:a="http://schemas.openxmlformats.org/drawingml/2006/main"/>
        </p:blipFill>
        <p:spPr>
          <a:xfrm xmlns:a="http://schemas.openxmlformats.org/drawingml/2006/main">
            <a:off x="8171299" y="1657350"/>
            <a:ext cx="1945402" cy="421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E2DFD-0E5D-4FB9-AEF8-80524CE3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33-item menu</a:t>
            </a:r>
          </a:p>
        </p:txBody>
      </p:sp>
    </p:spTree>
    <p:extLst>
      <p:ext uri="{BB962C8B-B14F-4D97-AF65-F5344CB8AC3E}">
        <p14:creationId xmlns:p14="http://schemas.microsoft.com/office/powerpoint/2010/main" val="11338001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EC5BA-8121-4B84-8585-F6777BA8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OLIVIKS KITCHEN · FOUNDATION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4D87C-1165-41B6-85B4-25282969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weekly rhythm keeps the system useful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6238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BDB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B6AE2-BB59-4C38-AB14-0988601D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3C3CA-FFA6-4D2B-B95D-B92B8FB8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524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F0F0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1C507-D6C3-43BE-8F8C-BA42AFC9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the menu 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17210-A5DA-4F51-A55B-29FFB7C7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990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Update availability, photos, descriptions, and website prices. Keep WooCommerce prices aligned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6E78-D06F-45A0-963B-F5D28D82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WHEN NEEDED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6FF98-EDB4-405D-BB24-47DED10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24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D2"/>
          </a:solidFill>
          <a:ln xmlns:a="http://schemas.openxmlformats.org/drawingml/2006/main" w="0">
            <a:solidFill>
              <a:srgbClr val="F8E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722FA-9560-49E6-AD95-296C6FB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Send one weekly special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5F5F7-1290-4F9E-9C08-7598F167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990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Use the MailerLite template, then reuse the same offer in the WhatsApp broadcast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D3DA0-8A9E-47F1-90F2-1958373D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673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THU OR FRI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2AD41-670E-4F25-A175-5B8D0AE9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5242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F0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8D08F-01E1-4276-B6BB-27BA6EC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8E168-0BEA-478F-976A-F185558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908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Reply to new Google reviews, check ordering links, and flag any incorrect public information.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280E2-9815-4DEB-A36E-327E630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EVERY WEEK</a:t>
            </a:r>
          </a:p>
        </p:txBody>
      </p:sp>
    </p:spTree>
    <p:extLst>
      <p:ext uri="{BB962C8B-B14F-4D97-AF65-F5344CB8AC3E}">
        <p14:creationId xmlns:p14="http://schemas.microsoft.com/office/powerpoint/2010/main" val="4144982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F19A6-0765-4179-AF60-E67579D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OLIVIKS KITCHEN · FOUNDATION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28090-EE98-40B6-8F20-E2171C2B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walkthrough closes the owner gates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62388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BDB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D72FC-3BB1-4CB1-8477-688B2287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16229-8B7A-44DA-A040-A7C28B1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READY TO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C032F-8070-4357-8366-B0213A36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524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Approve the new site content, menu, photos, address, and ordering wording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domain move from the legacy root to the new site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Choose the final timing for one controlled signup and welcome-email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DE3E6-5757-4C24-AE11-34BCEAD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9B2B"/>
                </a:solidFill>
                <a:latin typeface="Arial"/>
                <a:ea typeface="Arial"/>
                <a:cs typeface="Arial"/>
              </a:rPr>
              <a:t>OWNER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B4A58-B3E5-4CE7-956B-16F8FC8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7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Reactivate the paused menu database, create the WhatsApp broadcast list, and place the counter QR card.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963FC-EFE6-4ED1-8CDA-C278C51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04950"/>
            <a:ext cx="52768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E"/>
          </a:solidFill>
          <a:ln xmlns:a="http://schemas.openxmlformats.org/drawingml/2006/main" w="0">
            <a:solidFill>
              <a:srgbClr val="F0F0E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6b00998d74cf3"/>
          <a:srcRect xmlns:a="http://schemas.openxmlformats.org/drawingml/2006/main" l="0" t="37500" r="0" b="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57350"/>
            <a:ext cx="4972050" cy="2476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69c6f62fa4770"/>
          <a:stretch xmlns:a="http://schemas.openxmlformats.org/drawingml/2006/main"/>
        </p:blipFill>
        <p:spPr>
          <a:xfrm xmlns:a="http://schemas.openxmlformats.org/drawingml/2006/main">
            <a:off x="8643257" y="4343400"/>
            <a:ext cx="1020536" cy="1428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4D05-2A53-426B-9DDB-0085E555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1543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E4A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E4A3B"/>
                </a:solidFill>
                <a:latin typeface="Arial"/>
                <a:ea typeface="Arial"/>
                <a:cs typeface="Arial"/>
              </a:rPr>
              <a:t>Current note: the free-tier database paused on 31 July and must be reactivated before live menu editing.</a:t>
            </a:r>
          </a:p>
        </p:txBody>
      </p:sp>
    </p:spTree>
    <p:extLst>
      <p:ext uri="{BB962C8B-B14F-4D97-AF65-F5344CB8AC3E}">
        <p14:creationId xmlns:p14="http://schemas.microsoft.com/office/powerpoint/2010/main" val="1116591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9CD96-F039-4C38-A9DA-7E2A37DE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0A976-BAB3-45CF-84ED-163DAB26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38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Approve.</a:t>
            </a:r>
          </a:p>
          <a:p xmlns:a="http://schemas.openxmlformats.org/drawingml/2006/main">
            <a:pPr algn="l">
              <a:defRPr sz="5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Activate.</a:t>
            </a:r>
          </a:p>
          <a:p xmlns:a="http://schemas.openxmlformats.org/drawingml/2006/main">
            <a:pPr algn="l">
              <a:defRPr sz="5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Hand over.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7FC9-8EAD-4629-BD7E-87F75806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On the call we will review the build, complete the setup decisions, and capture your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B7C99-F5D4-4AD6-AD95-CD6EDD4B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65E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5E43"/>
                </a:solidFill>
                <a:latin typeface="Arial"/>
                <a:ea typeface="Arial"/>
                <a:cs typeface="Arial"/>
              </a:rPr>
              <a:t>office@bridgeworks.agency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9B2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99198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2026-08-01T05:37:12.1390000Z</dcterms:created>
  <dcterms:modified xsi:type="dcterms:W3CDTF">2026-08-01T05:37:12.1390000Z</dcterms:modified>
</coreProperties>
</file>